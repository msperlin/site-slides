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spcBef>
                <a:spcPts val="573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</a:pPr>
            <a:r>
              <a:rPr lang="pt-BR" sz="3100"/>
              <a:t>Políticas de Financiamento do AC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" y="164733"/>
            <a:ext cx="1495847" cy="154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20" y="93602"/>
            <a:ext cx="1691682" cy="196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Plano de Aula</a:t>
            </a:r>
            <a:endParaRPr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39552" y="1556792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Gestão do ativo circulante como um todo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Montante a ser investido no AC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Origem dos recursos para investimento no AC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Aspectos da Política Financeira de Curto Prazo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tamanho do investimento em AC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Quanto de capital em caixa, estoques e CR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Relação entre montante em AC e receitas operacionais (vendas)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Políticas flexíveis e restritivas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O financiamento do AC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Proporção de dívidas de curto prazo em relação a dívidas de longo prazo que financiam o AC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Flexível: AC financiado por fonte de longo prazo (PnC ou CP)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Restritiva: AC financiado por fonte de curto prazo (PC)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Relação direta com a liquidez da empresa (CCL/CGL)</a:t>
            </a:r>
            <a:endParaRPr/>
          </a:p>
          <a:p>
            <a:pPr indent="-8763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Estratégias de gerenciamento do AC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457200" y="1600201"/>
            <a:ext cx="8229600" cy="355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2636912"/>
            <a:ext cx="6918982" cy="1656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Análise: Estratégias de Gerenciamento do AC (1)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Estratégia Flexível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Pontos positivos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$ em caixa para eventualidades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Estoques abundantes (minimizam chances de falta de produto)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Política de crédito frouxa (mais vendas)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Pontos Negativos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Custo do capital (oportunidade)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Estoques podem sofrer forte depreciação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Alto custo de estocagem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Maior o número de devedores não pagantes (maior provisão de devedores)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Análise: Estratégias de Gerenciamento do AC (2)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57200" y="1600200"/>
            <a:ext cx="8229600" cy="499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Estratégia Restritiva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Pontos positivos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Baixo custo de oportunidade do capital parado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Juros de CP são mais baratos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Pontos Negativos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Pode faltar capital para eventualidades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Perdas de vendas devido a falta de estoque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Política de crédito restritiva, diminuindo o valor de vendas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Análise Quantitativa: Estratégias de Alocação no AC 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457200" y="1600200"/>
            <a:ext cx="8229600" cy="48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Aumento do AC: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Aumento dos </a:t>
            </a:r>
            <a:r>
              <a:rPr lang="pt-BR" u="sng"/>
              <a:t>custos de carregamento: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Aumento nos custos de oportunidade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Aumento nos custos de estocagem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Aumento na provisão de inadimplentes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Diminuição dos </a:t>
            </a:r>
            <a:r>
              <a:rPr lang="pt-BR" u="sng"/>
              <a:t>custos de falta: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Custos referentes ao baixo investimento no ativo circulantes.</a:t>
            </a:r>
            <a:endParaRPr/>
          </a:p>
          <a:p>
            <a:pPr indent="-228600" lvl="3" marL="16002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Perda de vendas pela redução de estoques e restrição da política de crédito</a:t>
            </a:r>
            <a:endParaRPr/>
          </a:p>
          <a:p>
            <a:pPr indent="-228600" lvl="3" marL="16002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Perda de descontos por volume (grandes compras tem usual desconto no preço)</a:t>
            </a:r>
            <a:endParaRPr/>
          </a:p>
          <a:p>
            <a:pPr indent="-228600" lvl="3" marL="16002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Custos de pedido (ou reposição)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Análise Gráfica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849" y="1556792"/>
            <a:ext cx="7716301" cy="4465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Análise Gráfica (política flexível)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373" y="1772816"/>
            <a:ext cx="7465254" cy="432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Análise Gráfica (política restritiva)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004" y="1772816"/>
            <a:ext cx="7091992" cy="410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Considerações sobre Políticas de AC 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57200" y="1600200"/>
            <a:ext cx="8229600" cy="4781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Nível Geral (sistemático)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Efeito da taxa de juros  (custo oportunidade)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Aumenta o custo de carregamento do AC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Nível específico da empresa: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Dinâmica do mercado onde a mesma está situada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Custo de falta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Lição: O custo de carregamento será semelhante para cada empresa, enquanto o custo de falta irá mudar caso a caso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Financiamento do Ativo Circulante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De onde deve sair o capital para financiar o ativo circulante?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Empréstimos de curto (PC), longo prazo (PnC) ou capital próprio (CP)?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585" y="3736788"/>
            <a:ext cx="7056830" cy="2376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Classificação do Ativo Circulante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AC permanente (mais previsível)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É a porção do AC que não flutua com o tempo. Por exemplo, investimento constantes em estoques ao longo do ano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AC sazonal (menos previsível)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É o porção do AC que flutua com o tempo. Por exemplo, aumento do estoque de produtos comerciais anterior a época de natal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467544" y="54868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Análise gráfica do capital de Giro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504" y="1844824"/>
            <a:ext cx="7870932" cy="446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95536" y="33265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Abordagem Flexível (ou estratégia de risco mínimo)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291" y="1399456"/>
            <a:ext cx="8137444" cy="365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 txBox="1"/>
          <p:nvPr/>
        </p:nvSpPr>
        <p:spPr>
          <a:xfrm>
            <a:off x="755576" y="4919008"/>
            <a:ext cx="705678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 positivos: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Diminui o risco de faltar capital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CGL é positivo (e alto), folga na liquidez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 Negativos: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Fontes de longo prazo são mais caras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Incorre sobras de capital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23528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Abordagem Tradicional (ou restritiva)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052736"/>
            <a:ext cx="8546492" cy="36724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/>
          <p:nvPr/>
        </p:nvSpPr>
        <p:spPr>
          <a:xfrm>
            <a:off x="683568" y="4725144"/>
            <a:ext cx="705678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 positivos: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Facilidade de obtenção de financiamento de curto prazo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CGL é positivo (porém menor que na abordagem flexível)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Diminui custo total da dívida (dívidas CP são mais baratas)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Pontos Negativos: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ocasionar falta de capital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Pontos finais sobre financiamento do capital de giro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 decisão entre tomar recursos de longo prazo ou curto prazo para suportar o capital de giro da empresa deve levar em conta: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Situação do mercado financeiro em que a mesma opera 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Facilidade (e custos de transação) de obtenção de empréstimos de curto e longo prazo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Curva de juros (ou estrutura a termo da taxa de juros)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Reservas de caixa</a:t>
            </a:r>
            <a:endParaRPr/>
          </a:p>
          <a:p>
            <a:pPr indent="-256032" lvl="2" marL="630936" rtl="0" algn="l">
              <a:spcBef>
                <a:spcPts val="408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Georgia"/>
              <a:buChar char="•"/>
            </a:pPr>
            <a:r>
              <a:rPr lang="pt-BR"/>
              <a:t>Nível de incerteza das necessidades de capital de giro.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Prazos do AC e PC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Quanto maior a discordância de prazo entre contas a receber e dívidas de curto prazo, maior deve ser o investimento em caixa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